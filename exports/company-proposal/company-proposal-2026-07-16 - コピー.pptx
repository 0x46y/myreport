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3Dデータ活用による既存案件支援プロジェクト提案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2026年7月16日の再提案に向けたプロジェクト案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会社から細かく作業を指定していただくのではなく、自分から会社に貢献できそうなテーマを定義して提案します。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今回は、社内IT部署の既存業務に近い3D領域を対象に、既存案件支援へつながる小規模プロジェクトとして整理しました。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目的はCATIAを置き換えることではなく、3Dデータの確認、共有、自動処理、資料化などの周辺作業を補助できるか判断材料を作ることです。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現状の課題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CATIA本体の条件を動かせないままだと、自動化の余地が限られます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社内IT部署では、機械設計部署の支援やCATIA周辺の自動化要望が多いと理解している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一方で、CATIAが想定していないAPI操作や自動化は、ライセンス、API、ベンダーサポートの制約で止まりやすい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他社製品へ依存先を変えても、パッケージ製品の想定外の操作では同じ制約が出る可能性がある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そのため、CAD本体で行う作業と、外側で補助できる確認・変換・資料化を分けて考えたい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提案の狙い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3Dデータを扱う土台を自社側で持ち、既存案件の周辺作業を補助します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OCCTやWebAssemblyなどを使い、3Dデータを読み込み、表示し、確認する小さな自社側ツールを検証する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CATIA本体の代替ではなく、設計後の確認、共有、説明資料作成、簡易チェックを補助する位置づけにする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ブラウザで扱える形にできれば、自動操作、バックグラウンド実行、手分け作業の余地が出る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最終的には、設計者、営業、見積もり、顧客説明のどこに使えるかを会社として判断できる状態にする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期待できるメリット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技術の面白さではなく、既存業務の選択肢を増やすことを狙います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ライセンス数に縛られにくい確認環境を作れれば、手が空いている人や端末で確認作業を分担できる可能性がある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ブラウザ操作に寄せられれば、UI自動化より安定した自動操作や結果確認ができる可能性がある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確認結果を画像やレポートにできれば、見積もり、顧客説明、社内レビューの資料化に使える可能性がある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自社側で制御できる範囲が増えれば、CATIA以外の3D案件や追加提案にも広げられる可能性がある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実現ルートと優先順位</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全部を一度に狙わず、会社判断しやすい順に検証します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優先度高: STEPなどの交換形式を読み込み、外部ツールで3D表示・確認・資料化できるか検証する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優先度中: 起動中のCATIAから取得できる情報を使い、独自ツール側で再構成できるか確認する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優先度低: STL/IGESの穴埋めやヒーリングによりSTEP相当へ変換できるか検証する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将来候補: 簡易設計、干渉チェック、熱解析、搬入経路確認、AI生成3Dとの連携などへ広げる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最初のPoC範囲</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まず動くものを小さく作り、できることとできないことを見える化します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STEPサンプルを読み込み、ブラウザ上で3D表示、回転、拡大、表示切替を行う</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中心点、中心線、円、円柱など、基本形状を作る簡単な操作を試す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Seleniumなどで自動操作し、操作完了や出力結果を確認できるか試す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過去に検討した3面図配置や確認レポート出力のうち、1つを選んで実現可能性を見る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進め方・スケジュール案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7月16日の承認相談後、5週間で継続判断できる材料を作ります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 提案内容、優先順位、検証範囲について相談する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7/17〜7/23: STEP出力条件、候補ライブラリ、サンプルデータ、確認項目を整理する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7/24〜7/30: 3Dファイル読み込み、表示、基本操作の動作サンプルを作る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7/31〜8/6: 自動操作、3面図配置、レポート出力のうち1つを試作する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8/7〜8/13: 成果、制約、代替案、継続判断材料をまとめてレビューする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リスク・懸念点</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技術的にできることと、会社として使えることは分けて確認します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現状の会社ライセンスでSTEP出力できるかは要確認。できない場合、出力できる環境やサンプルデータの確保が必要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STL/IGESからSTEP相当へ変換する場合、穴埋めやヒーリングが難しく、精度保証には向かない可能性が高い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独自ツールで再構成した形状が元データと同じと言えるかは、確認方法と責任範囲を決める必要がある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設計編集、正式な品質保証、顧客納品物としての利用は、PoCとは別に会社判断が必要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代替案と撤退条件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できませんで終わらせず、結果に応じた次の判断を用意します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A案: STEPなどの交換形式で十分な確認ができる場合、周辺確認ツールとして継続検討する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B案: 形状確認はできるが精度が不足する場合、ビューア、資料作成、自動レポート用途に範囲を絞る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C案: 実データで成立しない場合、使えない条件、代替ツール候補、ライセンス見直し案を成果物として残す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撤退条件: 5週間で表示、基本操作、1機能試作のいずれも成立しない場合は追加開発せず調査報告で終了する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プロジェクトとして進める前に、会社側で判断いただきたいこと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この3Dデータ活用テーマを、既存案件支援の小規模プロジェクトとして検討する価値があるか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STEP出力できるサンプルデータ、または検証に使える3Dデータを用意できるか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最初のPoCは、3D表示、基本形状作成、自動操作、3面図配置のどれを優先すべきか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5週間程度で判断材料を出す進め方と撤退条件で問題ないか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3Dデータ活用による既存案件支援プロジェクト提案</dc:title>
  <dc:subject>3Dデータ活用による既存案件支援プロジェクト提案</dc:subject>
  <dc:creator>MyReport</dc:creator>
  <cp:lastModifiedBy>MyReport</cp:lastModifiedBy>
  <cp:revision>1</cp:revision>
  <dcterms:created xsi:type="dcterms:W3CDTF">2026-07-09T07:06:41Z</dcterms:created>
  <dcterms:modified xsi:type="dcterms:W3CDTF">2026-07-09T07:06:41Z</dcterms:modified>
</cp:coreProperties>
</file>