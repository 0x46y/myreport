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98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3Dデータから2D確認資料を自動生成するPoC提案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既存3D案件の確認作業・資料作成を支援するための小規模検証案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既存3D案件の周辺作業を支援する案として、3Dデータから確認用2Dビュー・確認資料を自動生成できるか検証します。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最初から大きな開発にせず、まず1週間で動く最小サンプルを作り、継続する価値を判断できる状態にします。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CATIA本体の置き換えではなく、確認作業、資料作成、見積もり、顧客説明の補助に使えるかを見ます。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提案目的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会社へどう貢献するか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社内IT部署では、機械設計部署の支援や3D/CATIA周辺の相談が多いと理解している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3Dデータの確認、資料化、説明用出力を軽くできれば、設計者、営業、見積もり、顧客説明の支援につながる可能性がある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今回の提案では、会社側から仕様を細かく決めていただくのではなく、自分の方でPoC範囲を定義して進める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既存案件でより価値が高い用途があれば、レビュー時に優先順位を調整する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現状課題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CAD本体だけでは周辺作業の自動化に限界が出やすい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CATIAが想定していないAPI操作や自動化は、ライセンス、API、ベンダーサポートの制約で止まりやすい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他社製品へ依存先を変えても、パッケージ製品の想定外の操作では同じ制約が出る可能性がある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一方で、設計編集ではなく、確認、共有、資料化ならCAD本体の外側で補助できる可能性がある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そのため、最初は正式図面ではなく、確認資料・説明資料の自動生成に範囲を限定する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PoCの目的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既存3D案件で利用できる確認資料自動生成の実現可能性を検証する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STEP形式などの3Dデータを読み込み、ブラウザ上で表示できるか検証する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正面、上面、側面などの2Dビューを自動出力できるか検証する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出力画像を並べ、確認資料またはPDFとして自動生成できるか検証する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既存案件の確認作業、見積もり、顧客説明の補助として使える可能性を判断する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今回やること / やらないこと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スコープを明確にし、1週間で判断しやすい範囲に絞る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STEPサンプルの読み込み、3D表示、正面・上面・側面ビューの出力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出力画像を並べた確認資料またはPDFの生成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余裕があれば: 簡易寸法、注記、ファイル名、確認日時などの補助情報を追加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やらないこと: CAD編集、CATIA置き換え、正式図面、品質保証、解析、AI連携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初期スケジュール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まず1週間で最小サンプルを作り、継続判断を行う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7/16: 提案内容、PoC範囲、必要データについて相談する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7/17〜7/18: 候補ライブラリ、STEPサンプル、自作形状、IGES・STLの検証条件を確認する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7/21〜7/22: STEP読み込みと3D表示、正面・上面・側面ビューの出力を作る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7/23: 確認資料サンプル、できたこと、できなかったこと、次の判断材料をまとめる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この条件を満たせば、次の検証へ進む価値があると判断しやすい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STEPサンプルを読み込める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ブラウザ上で3D表示できる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正面・上面・側面の画像を出力できる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画像またはPDFの確認資料を生成できる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既存案件で利用価値があるか判断できる材料を出せる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データ取得方法とリスク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会社側の価値と確認が必要な点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期待効果: 図面・確認資料作成の工数削減、見積もりや顧客説明資料の作成支援につながる可能性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期待効果: CATIAライセンスがない人でも確認資料を見られる可能性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現在利用しているCATIAライセンスではSTEP出力に対応していないことを確認済み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PoCでは、STEPサンプル、自作の簡単なSTEP形状、またはIGES・STLで確認資料生成を検証する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正式図面、品質保証、顧客納品物としての利用は、PoCとは別に会社判断が必要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会社への貢献イメージ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PoCを既存案件支援や売上機会へつなげる流れ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まず自分の方で、確認資料自動生成の最小PoCを1週間で作る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社内レビューで、既存案件の確認資料・見積もり・顧客説明に使えるか確認する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価値がありそうなら、既存案件で試す用途を会社と相談して絞る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顧客説明資料や追加提案材料として使えるか判断する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価値が見えなければ、調査報告と代替案を残して終了する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山浦さんへ相談したいこと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主導権はこちらで持ちつつ、会社側の優先度を確認したいこと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今回のPoCは、3Dデータから確認用2Dビュー・確認資料を自動生成することを目標として進めたい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検証にはSTEPサンプルや自作形状を使う。会社で利用可能なIGES・STL等のデータがあれば追加検証したい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既存案件でより価値が高い用途があれば、途中レビュー時に優先順位を調整したい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1週間の初期PoC後に、継続、範囲変更、中止を判断する進め方でよいか確認したい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405</Words>
  <Application>Microsoft Office PowerPoint</Application>
  <PresentationFormat>ワイド画面</PresentationFormat>
  <Paragraphs>82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MyReport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3Dデータから2D確認資料を自動生成するPoC提案</dc:title>
  <dc:subject>3Dデータから2D確認資料を自動生成するPoC提案</dc:subject>
  <dc:creator>MyReport</dc:creator>
  <cp:lastModifiedBy>白田 湧也</cp:lastModifiedBy>
  <cp:revision>1</cp:revision>
  <dcterms:created xsi:type="dcterms:W3CDTF">2026-07-10T02:41:01Z</dcterms:created>
  <dcterms:modified xsi:type="dcterms:W3CDTF">2026-07-10T03:41:14Z</dcterms:modified>
</cp:coreProperties>
</file>