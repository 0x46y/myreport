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既存案件支援に向けた技術調査・小規模検証の相談資料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既存案件・既存顧客の支援につながる可能性を相談したいです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目的: 私が会社へどう貢献できそうかを、既存案件との接続を前提に相談する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位置づけ: 採用してください、ではなく、会社として検討できるか判断いただくための材料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相談したい軸: 既存案件支援 / 技術調査 / 小規模検証 / 業務自動化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現状の理解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技術そのものではなく、会社の案件や売上につながるかを重視する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会社は、お客様や部署から依頼された仕事を受けて売上につなげている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技術そのものではなく、受注、売上、工数削減、追加提案につながるかが重要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こちらの希望と、会社が任せられる仕事の接続点を確認する必要がある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そのため、特定技術を売り込むのではなく、既存案件支援として相談したい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今回相談したいこと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既存案件・既存顧客の支援につながる可能性があるかを確認したいです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背景: 既存案件や顧客要望の中には、技術的に難しい部分や調査が必要な部分がある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まず小さく調査・検証し、できること、制約、費用感、次の確認点を整理する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判断いただきたいこと: その結果が、受注、見積もり、追加提案、工数削減につながる可能性があるか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提案1: 既存CATIA案件の支援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CATIAを置き換えるのではなく、周辺作業を補完できるか確認する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背景: CATIA案件では、ライセンス、API、データ形式の制約で周辺作業が止まることがある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STEP等の交換形式を使い、形状確認、簡易チェック、レポート出力が補助になるか確認する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期待できる効果: 見積もり補助、周辺作業の工数削減、顧客への追加提案材料になる可能性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判断いただきたいこと: 対象部署、提案先、小規模検証の価値、顧客提案可能性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提案2: 業務自動化候補の整理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社内または顧客作業の中で、小さく改善できる対象を探す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背景: 手作業、Excel運用、ファイル変換、確認作業には工数やミスが残りやすい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対象作業を小さく聞き取り、Python、VBA、Webアプリ、AI等の適用可否を比較する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期待できる効果: 工数削減、転記ミス削減、手順化、社内ナレッジ化、追加提案の材料化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判断いただきたいこと: 試せそうな部署や案件、業務時間内で扱える範囲、成果物の形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会社への貢献イメージ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調査を会社の案件・提案・売上判断へつなげる流れ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既存案件・既存顧客の困りごとを確認する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技術調査で制約、費用、実現可能性を整理する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小規模検証で試せる範囲を確認する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既存案件で試行、または顧客への提案材料にする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受注、売上、工数削減につながるか会社として判断する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仕事の進め方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最初に全部を決めてもらうのではなく、途中で案を整理して相談する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まず目的と進め方を共有する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自分なりに案や調査結果を整理して進める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想定外が出た場合は、選択肢、代替案、継続・中断判断を整理する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業務判断が必要なところだけ相談する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山浦さんへ相談したいこと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こちらからの案だけでなく、会社側の課題からテーマを探したいです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現在、技術面で困っている案件や部署はあるか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技術調査として優先したいテーマはあるか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小規模検証として試せそうな案件はあるか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営業や他部署へ提案できそうなテーマはあるか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補足: 将来的な案件候補の可能性確認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正式相談になった場合に会社として扱えるか確認したいです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現時点では個人的な相談段階であり、正式案件としては扱わない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正式な開発相談や予算化の話になった場合、会社として検討対象になるか確認したい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主提案ではなく、将来的な案件候補として補足的に相談したい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MyReport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既存案件支援に向けた技術調査・小規模検証の相談資料</dc:title>
  <dc:subject>既存案件支援に向けた技術調査・小規模検証の相談資料</dc:subject>
  <dc:creator>MyReport</dc:creator>
  <cp:lastModifiedBy>MyReport</cp:lastModifiedBy>
  <cp:revision>1</cp:revision>
  <dcterms:created xsi:type="dcterms:W3CDTF">2026-07-07T07:00:26Z</dcterms:created>
  <dcterms:modified xsi:type="dcterms:W3CDTF">2026-07-07T07:00:26Z</dcterms:modified>
</cp:coreProperties>
</file>