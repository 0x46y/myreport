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山浦さん面談向け提案相談資料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既存案件・既存顧客の支援に接続できる技術調査と小規模技術検証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目的: 会社へどう貢献できるかを相談する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スタンス: 採用可否や優先順位は会社として判断いただく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軸: 既存案件支援 / 技術調査 / 小規模技術検証 / 業務自動化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現状の理解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会社は、お客様や部署から依頼された仕事を受けて売上につなげている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技術そのものではなく、受注、売上、工数削減、追加提案につながるかが重要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こちらの希望と、会社が任せられる仕事の接続点を確認する必要がある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特定技術を売り込むのではなく、既存案件支援として相談したい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今回相談したいこと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研究だけをしたいのではなく、既存案件や顧客要望の中で技術的に難しい部分を調査したい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小規模に検証して、受注、見積もり、追加提案、工数削減につながるかを判断する材料を作りたい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会社側からテーマをいただける場合、自分なりに調査案や進め方案を整理して持ち帰りたい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提案1: 既存CATIA案件の支援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技術的に難しい部分を補完できるか検証する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CATIAを置き換えるのではなく、既存案件で止まりやすい周辺作業を補完する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STEP、OCCT、Python、WebAssemblyなどは候補例として扱う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形状確認、簡易チェック、レポート出力などが既存案件の支援になるかを見る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判断いただきたい点: 対象部署、提案先、小規模検証の価値、顧客提案可能性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提案2: 業務自動化候補の整理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現場の手作業、Excel運用、ファイル変換、確認作業を小さく聞き取る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Python、VBA、Webアプリ、AIなどのどれが合うか比較する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小さな試作、改善案、手順書、チェックリストとして成果を出す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工数削減、転記ミス削減、追加提案につながるテーマがあれば扱いたい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会社への貢献イメージ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既存案件・既存顧客の困りごとを確認する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技術調査で制約、費用、実現可能性を整理する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小規模技術検証で試せる範囲を確認する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既存案件で試行、または顧客への提案材料にする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受注、売上、工数削減につながるか会社として判断する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仕事の進め方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最初に全部を決めてもらうのではなく、途中で案を整理して相談する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まず目的と進め方を共有する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自分なりに案や調査結果を整理して進める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想定外が出た場合は、選択肢、代替案、継続・中断判断を整理する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業務判断が必要なところだけ相談する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山浦さんへ相談したいこと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53312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現在、技術面で困っている案件や部署はあるか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技術調査として優先したいテーマはあるか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小規模技術検証として試せそうな案件はあるか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営業や他部署へ提案できそうなテーマはあるか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その他の案件候補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障がい者歯科向けシステム相談の可能性確認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現時点では個人的な相談段階であり、正式案件としては扱わない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正式な相談や予算化の話になった場合、会社として受託検討の対象になるか確認したい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医療・福祉系Webシステムを会社として扱えるか確認したい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個人情報や医療情報を扱う場合、必要な確認先や責任範囲を整理する必要がある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MyReport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山浦さん面談向け提案相談資料</dc:title>
  <dc:subject>山浦さん面談向け提案相談資料</dc:subject>
  <dc:creator>MyReport</dc:creator>
  <cp:lastModifiedBy>MyReport</cp:lastModifiedBy>
  <cp:revision>1</cp:revision>
  <dcterms:created xsi:type="dcterms:W3CDTF">2026-07-07T06:38:08Z</dcterms:created>
  <dcterms:modified xsi:type="dcterms:W3CDTF">2026-07-07T06:38:08Z</dcterms:modified>
</cp:coreProperties>
</file>