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801600" cy="72009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  <Relationship Id="rId9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/>
      </a:lvl1pPr>
    </p:titleStyle>
    <p:bodyStyle>
      <a:lvl1pPr>
        <a:defRPr sz="21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会社向け貢献提案メモ</a:t>
            </a:r>
          </a:p>
        </p:txBody>
      </p:sp>
      <p:sp>
        <p:nvSpPr>
          <p:cNvPr id="3" name="Body 1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r>
              <a:rPr lang="ja-JP" sz="2400" b="1">
                <a:solidFill>
                  <a:srgbClr val="0F766E"/>
                </a:solidFill>
              </a:rPr>
              <a:t>既存案件・既存顧客の支援に接続できる技術調査と小規模技術検証</a:t>
            </a:r>
          </a:p>
          <a:p>
            <a:pPr marL="342900" indent="-171450">
              <a:buChar char="•"/>
            </a:pPr>
            <a:r>
              <a:rPr lang="ja-JP" sz="2100"/>
              <a:t>目的: 来週の面談で、会社へどう貢献できるかを相談する</a:t>
            </a:r>
          </a:p>
          <a:p>
            <a:pPr marL="342900" indent="-171450">
              <a:buChar char="•"/>
            </a:pPr>
            <a:r>
              <a:rPr lang="ja-JP" sz="2100"/>
              <a:t>軸: 既存案件支援 / 技術検証 / 自動化</a:t>
            </a:r>
          </a:p>
          <a:p>
            <a:pPr marL="342900" indent="-171450">
              <a:buChar char="•"/>
            </a:pPr>
            <a:r>
              <a:rPr lang="ja-JP" sz="2100"/>
              <a:t>前提: 採用可否や事業性は会社に判断していただく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面談で確認した前提</a:t>
            </a:r>
          </a:p>
        </p:txBody>
      </p:sp>
      <p:sp>
        <p:nvSpPr>
          <p:cNvPr id="3" name="Body 2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ja-JP" sz="2100"/>
              <a:t>会社は、お客様や部署から依頼された仕事を受けて売上につなげている</a:t>
            </a:r>
          </a:p>
          <a:p>
            <a:pPr marL="342900" indent="-171450">
              <a:buChar char="•"/>
            </a:pPr>
            <a:r>
              <a:rPr lang="ja-JP" sz="2100"/>
              <a:t>技術そのものではなく、受注、売上、工数削減、追加提案につながるかが重要</a:t>
            </a:r>
          </a:p>
          <a:p>
            <a:pPr marL="342900" indent="-171450">
              <a:buChar char="•"/>
            </a:pPr>
            <a:r>
              <a:rPr lang="ja-JP" sz="2100"/>
              <a:t>こちらの希望と、会社が任せられる仕事の接続点を確認する必要がある</a:t>
            </a:r>
          </a:p>
          <a:p>
            <a:pPr marL="342900" indent="-171450">
              <a:buChar char="•"/>
            </a:pPr>
            <a:r>
              <a:rPr lang="ja-JP" sz="2100"/>
              <a:t>以前のような認識違いを避ける進め方もあわせて示したい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自分が提供できる価値</a:t>
            </a:r>
          </a:p>
        </p:txBody>
      </p:sp>
      <p:sp>
        <p:nvSpPr>
          <p:cNvPr id="3" name="Body 3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ja-JP" sz="2100"/>
              <a:t>技術調査、小規模技術検証、業務自動化、CAD周辺調査、AI・クラウド活用を扱える</a:t>
            </a:r>
          </a:p>
          <a:p>
            <a:pPr marL="342900" indent="-171450">
              <a:buChar char="•"/>
            </a:pPr>
            <a:r>
              <a:rPr lang="ja-JP" sz="2100"/>
              <a:t>作れるかだけでなく、制約、費用、ライセンス、運用、受け入れ条件を整理できる</a:t>
            </a:r>
          </a:p>
          <a:p>
            <a:pPr marL="342900" indent="-171450">
              <a:buChar char="•"/>
            </a:pPr>
            <a:r>
              <a:rPr lang="ja-JP" sz="2100"/>
              <a:t>調査結果を記事、チェックリスト、提案資料として残せる</a:t>
            </a:r>
          </a:p>
          <a:p>
            <a:pPr marL="342900" indent="-171450">
              <a:buChar char="•"/>
            </a:pPr>
            <a:r>
              <a:rPr lang="ja-JP" sz="2100"/>
              <a:t>会社側の案件テーマをもとに、自分なりの調査案や進め方案を整理できる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主提案1: 既存CATIA案件の支援</a:t>
            </a:r>
          </a:p>
        </p:txBody>
      </p:sp>
      <p:sp>
        <p:nvSpPr>
          <p:cNvPr id="3" name="Body 4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r>
              <a:rPr lang="ja-JP" sz="2400" b="1">
                <a:solidFill>
                  <a:srgbClr val="0F766E"/>
                </a:solidFill>
              </a:rPr>
              <a:t>技術的に難しい部分を補完できるか検証する</a:t>
            </a:r>
          </a:p>
          <a:p>
            <a:pPr marL="342900" indent="-171450">
              <a:buChar char="•"/>
            </a:pPr>
            <a:r>
              <a:rPr lang="ja-JP" sz="2100"/>
              <a:t>CATIAを置き換えるのではなく、既存案件で止まりやすい周辺作業を補完する</a:t>
            </a:r>
          </a:p>
          <a:p>
            <a:pPr marL="342900" indent="-171450">
              <a:buChar char="•"/>
            </a:pPr>
            <a:r>
              <a:rPr lang="ja-JP" sz="2100"/>
              <a:t>STEP、OCCT、Python、WebAssemblyなどで形状確認や簡易チェックの可能性を見る</a:t>
            </a:r>
          </a:p>
          <a:p>
            <a:pPr marL="342900" indent="-171450">
              <a:buChar char="•"/>
            </a:pPr>
            <a:r>
              <a:rPr lang="ja-JP" sz="2100"/>
              <a:t>既存案件の追加提案、見積もり精度向上、顧客への選択肢提示につながるかを判断してもらう</a:t>
            </a:r>
          </a:p>
          <a:p>
            <a:pPr marL="342900" indent="-171450">
              <a:buChar char="•"/>
            </a:pPr>
            <a:r>
              <a:rPr lang="ja-JP" sz="2100"/>
              <a:t>判断してほしいこと: 対象部署、提案先、検証時間を取る価値、顧客提案可能性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主提案2: 業務自動化・小規模ツール開発</a:t>
            </a:r>
          </a:p>
        </p:txBody>
      </p:sp>
      <p:sp>
        <p:nvSpPr>
          <p:cNvPr id="3" name="Body 5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ja-JP" sz="2100"/>
              <a:t>社内または顧客作業で、時間がかかっている定型作業を整理する</a:t>
            </a:r>
          </a:p>
          <a:p>
            <a:pPr marL="342900" indent="-171450">
              <a:buChar char="•"/>
            </a:pPr>
            <a:r>
              <a:rPr lang="ja-JP" sz="2100"/>
              <a:t>Python、VBA、Webアプリ、AIのどれが合うか比較する</a:t>
            </a:r>
          </a:p>
          <a:p>
            <a:pPr marL="342900" indent="-171450">
              <a:buChar char="•"/>
            </a:pPr>
            <a:r>
              <a:rPr lang="ja-JP" sz="2100"/>
              <a:t>小さな試作、改善案、手順書、チェックリストとして成果を出す</a:t>
            </a:r>
          </a:p>
          <a:p>
            <a:pPr marL="342900" indent="-171450">
              <a:buChar char="•"/>
            </a:pPr>
            <a:r>
              <a:rPr lang="ja-JP" sz="2100"/>
              <a:t>工数削減、転記ミス削減、追加提案につながるテーマがあれば扱いたい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仕事の進め方</a:t>
            </a:r>
          </a:p>
        </p:txBody>
      </p:sp>
      <p:sp>
        <p:nvSpPr>
          <p:cNvPr id="3" name="Body 6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r>
              <a:rPr lang="ja-JP" sz="2400" b="1">
                <a:solidFill>
                  <a:srgbClr val="0F766E"/>
                </a:solidFill>
              </a:rPr>
              <a:t>最初に全部を決めてもらうのではなく、途中で案を整理して相談する</a:t>
            </a:r>
          </a:p>
          <a:p>
            <a:pPr marL="342900" indent="-171450">
              <a:buChar char="•"/>
            </a:pPr>
            <a:r>
              <a:rPr lang="ja-JP" sz="2100"/>
              <a:t>目的と進め方を最初に共有する</a:t>
            </a:r>
          </a:p>
          <a:p>
            <a:pPr marL="342900" indent="-171450">
              <a:buChar char="•"/>
            </a:pPr>
            <a:r>
              <a:rPr lang="ja-JP" sz="2100"/>
              <a:t>まず自分なりの案や調査結果を整理する</a:t>
            </a:r>
          </a:p>
          <a:p>
            <a:pPr marL="342900" indent="-171450">
              <a:buChar char="•"/>
            </a:pPr>
            <a:r>
              <a:rPr lang="ja-JP" sz="2100"/>
              <a:t>想定外が出た場合は、選択肢、代替案、継続・中断判断を整理する</a:t>
            </a:r>
          </a:p>
          <a:p>
            <a:pPr marL="342900" indent="-171450">
              <a:buChar char="•"/>
            </a:pPr>
            <a:r>
              <a:rPr lang="ja-JP" sz="2100"/>
              <a:t>業務判断が必要なところだけ相談する</a:t>
            </a:r>
          </a:p>
          <a:p>
            <a:pPr marL="342900" indent="-171450">
              <a:buChar char="•"/>
            </a:pPr>
            <a:r>
              <a:rPr lang="ja-JP" sz="2100"/>
              <a:t>仕事の範囲や確認の仕方で、同じ認識違いが起きないようにする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山浦さんへ相談したいこと</a:t>
            </a:r>
          </a:p>
        </p:txBody>
      </p:sp>
      <p:sp>
        <p:nvSpPr>
          <p:cNvPr id="3" name="Body 7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ja-JP" sz="2100"/>
              <a:t>現在、技術面で困っている案件や部署はあるか</a:t>
            </a:r>
          </a:p>
          <a:p>
            <a:pPr marL="342900" indent="-171450">
              <a:buChar char="•"/>
            </a:pPr>
            <a:r>
              <a:rPr lang="ja-JP" sz="2100"/>
              <a:t>技術調査を行うなら、優先したいテーマはあるか</a:t>
            </a:r>
          </a:p>
          <a:p>
            <a:pPr marL="342900" indent="-171450">
              <a:buChar char="•"/>
            </a:pPr>
            <a:r>
              <a:rPr lang="ja-JP" sz="2100"/>
              <a:t>小規模技術検証として試せそうな案件はあるか</a:t>
            </a:r>
          </a:p>
          <a:p>
            <a:pPr marL="342900" indent="-171450">
              <a:buChar char="•"/>
            </a:pPr>
            <a:r>
              <a:rPr lang="ja-JP" sz="2100"/>
              <a:t>営業・他部署と相談した方がよいテーマはあるか</a:t>
            </a:r>
          </a:p>
          <a:p>
            <a:pPr marL="342900" indent="-171450">
              <a:buChar char="•"/>
            </a:pPr>
            <a:r>
              <a:rPr lang="ja-JP" sz="2100"/>
              <a:t>会社側からテーマをいただける場合、自分なりに調査案や進め方案を整理して持ち帰りたい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/>
        </p:nvSpPr>
        <p:spPr>
          <a:xfrm>
            <a:off x="548640" y="411480"/>
            <a:ext cx="11887200" cy="914400"/>
          </a:xfrm>
        </p:spPr>
        <p:txBody>
          <a:bodyPr wrap="square"/>
          <a:lstStyle/>
          <a:p>
            <a:r>
              <a:rPr lang="ja-JP" sz="3600" b="1"/>
              <a:t>その他の案件候補</a:t>
            </a:r>
          </a:p>
        </p:txBody>
      </p:sp>
      <p:sp>
        <p:nvSpPr>
          <p:cNvPr id="3" name="Body 8"/>
          <p:cNvSpPr>
            <a:spLocks noGrp="1"/>
          </p:cNvSpPr>
          <p:nvPr/>
        </p:nvSpPr>
        <p:spPr>
          <a:xfrm>
            <a:off x="731520" y="1463040"/>
            <a:ext cx="11155680" cy="4937760"/>
          </a:xfrm>
        </p:spPr>
        <p:txBody>
          <a:bodyPr wrap="square"/>
          <a:lstStyle/>
          <a:p>
            <a:r>
              <a:rPr lang="ja-JP" sz="2400" b="1">
                <a:solidFill>
                  <a:srgbClr val="0F766E"/>
                </a:solidFill>
              </a:rPr>
              <a:t>障がい者歯科向けシステム相談の可能性確認</a:t>
            </a:r>
          </a:p>
          <a:p>
            <a:pPr marL="342900" indent="-171450">
              <a:buChar char="•"/>
            </a:pPr>
            <a:r>
              <a:rPr lang="ja-JP" sz="2100"/>
              <a:t>現時点では個人的な相談段階であり、正式案件としては扱わない</a:t>
            </a:r>
          </a:p>
          <a:p>
            <a:pPr marL="342900" indent="-171450">
              <a:buChar char="•"/>
            </a:pPr>
            <a:r>
              <a:rPr lang="ja-JP" sz="2100"/>
              <a:t>正式な相談や予算化の話になった場合、会社として受託検討の対象になるか確認したい</a:t>
            </a:r>
          </a:p>
          <a:p>
            <a:pPr marL="342900" indent="-171450">
              <a:buChar char="•"/>
            </a:pPr>
            <a:r>
              <a:rPr lang="ja-JP" sz="2100"/>
              <a:t>医療・福祉系Webシステムを会社として扱えるか確認したい</a:t>
            </a:r>
          </a:p>
          <a:p>
            <a:pPr marL="342900" indent="-171450">
              <a:buChar char="•"/>
            </a:pPr>
            <a:r>
              <a:rPr lang="ja-JP" sz="2100"/>
              <a:t>個人情報や医療情報を扱う場合、必要な確認先や責任範囲を整理する必要がある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Report">
  <a:themeElements>
    <a:clrScheme name="MyRepor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1D4ED8"/>
      </a:accent3>
      <a:accent4>
        <a:srgbClr val="BE123C"/>
      </a:accent4>
      <a:accent5>
        <a:srgbClr val="4D7C0F"/>
      </a:accent5>
      <a:accent6>
        <a:srgbClr val="6D28D9"/>
      </a:accent6>
      <a:hlink>
        <a:srgbClr val="0F766E"/>
      </a:hlink>
      <a:folHlink>
        <a:srgbClr val="64748B"/>
      </a:folHlink>
    </a:clrScheme>
    <a:fontScheme name="MyReport">
      <a:majorFont>
        <a:latin typeface="Arial"/>
        <a:ea typeface="Yu Gothic"/>
        <a:cs typeface="Arial"/>
      </a:majorFont>
      <a:minorFont>
        <a:latin typeface="Arial"/>
        <a:ea typeface="Yu Gothic"/>
        <a:cs typeface="Arial"/>
      </a:minorFont>
    </a:fontScheme>
    <a:fmtScheme name="MyRepor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MyReport Generator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会社向け貢献提案メモ</dc:title>
  <dc:creator>MyReport</dc:creator>
  <cp:lastModifiedBy>MyReport</cp:lastModifiedBy>
  <dcterms:created xsi:type="dcterms:W3CDTF">2026-07-03T08:10:04+00:00</dcterms:created>
  <dcterms:modified xsi:type="dcterms:W3CDTF">2026-07-03T08:10:04+00:00</dcterms:modified>
</cp:coreProperties>
</file>