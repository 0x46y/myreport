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 提案内容、PoC範囲、必要データについて相談する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7/17〜7/18: 候補ライブラリ、STEPサンプル、自作形状、IGES・STLの検証条件を確認する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7/21〜7/22: 3D表示、ビュー出力、外形範囲取得、トリミング処理を作る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 確認資料サンプル、縮尺・配置の課題、次の判断材料をまとめる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MyReport</cp:lastModifiedBy>
  <cp:revision>1</cp:revision>
  <dcterms:created xsi:type="dcterms:W3CDTF">2026-07-10T04:01:54Z</dcterms:created>
  <dcterms:modified xsi:type="dcterms:W3CDTF">2026-07-10T04:01:54Z</dcterms:modified>
</cp:coreProperties>
</file>